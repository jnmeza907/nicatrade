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professional_presentation_title_slid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infographic_style_presentation_slide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infographic_presentation_slide_in_span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infographic_slide_with_a_clean_corporate_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lean_corporate_infographic_presentation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lean_corporate_infographic_slide_in_s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orporate_presentation_slide_in_spanish_wi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professional_corporate_presentation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