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NicaTrade International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Operación de importación México → Nicaragua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/>
            </a:pPr>
            <a:r>
              <a:t>Informe de resultados</a:t>
            </a:r>
          </a:p>
          <a:p>
            <a:pPr>
              <a:spcAft>
                <a:spcPts val="1200"/>
              </a:spcAft>
              <a:defRPr sz="2600"/>
            </a:pPr>
            <a:r>
              <a:t>Corte Evaluativo I</a:t>
            </a:r>
          </a:p>
          <a:p>
            <a:pPr>
              <a:spcAft>
                <a:spcPts val="1200"/>
              </a:spcAft>
              <a:defRPr sz="2600"/>
            </a:pPr>
            <a: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Jaime Meza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Empresa y operación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Empresa: NicaTrade International, dedicada a importación y exportación de productos alimenticios y de consumo.</a:t>
            </a:r>
          </a:p>
          <a:p>
            <a:pPr>
              <a:spcAft>
                <a:spcPts val="1200"/>
              </a:spcAft>
              <a:defRPr sz="2000"/>
            </a:pPr>
            <a:r>
              <a:t>Operación: importación internacional.</a:t>
            </a:r>
          </a:p>
          <a:p>
            <a:pPr>
              <a:spcAft>
                <a:spcPts val="1200"/>
              </a:spcAft>
              <a:defRPr sz="2000"/>
            </a:pPr>
            <a:r>
              <a:t>Origen: México | Destino: Nicaragua.</a:t>
            </a:r>
          </a:p>
          <a:p>
            <a:pPr>
              <a:spcAft>
                <a:spcPts val="1200"/>
              </a:spcAft>
              <a:defRPr sz="2000"/>
            </a:pPr>
            <a:r>
              <a:t>50 productos registrados en 7 categorías: Alimentos, Accesorios, Hogar, Oficina, Tecnología, Limpieza y Bebidas.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Resultados del análisis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Importe total: US$40,359.00</a:t>
            </a:r>
          </a:p>
          <a:p>
            <a:pPr>
              <a:spcAft>
                <a:spcPts val="1200"/>
              </a:spcAft>
              <a:defRPr sz="2000"/>
            </a:pPr>
            <a:r>
              <a:t>Mayor importe: Mochilas — US$1,912.50</a:t>
            </a:r>
          </a:p>
          <a:p>
            <a:pPr>
              <a:spcAft>
                <a:spcPts val="1200"/>
              </a:spcAft>
              <a:defRPr sz="2000"/>
            </a:pPr>
            <a:r>
              <a:t>Precio promedio: US$7.74</a:t>
            </a:r>
          </a:p>
          <a:p>
            <a:pPr>
              <a:spcAft>
                <a:spcPts val="1200"/>
              </a:spcAft>
              <a:defRPr sz="2000"/>
            </a:pPr>
            <a:r>
              <a:t>Productos registrados: 50</a:t>
            </a:r>
          </a:p>
        </p:txBody>
      </p:sp>
      <p:pic>
        <p:nvPicPr>
          <p:cNvPr id="4" name="Picture 3" descr="importe_por_catego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2588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La operación representa un importe total de US$40,359.00.</a:t>
            </a:r>
          </a:p>
          <a:p>
            <a:pPr>
              <a:spcAft>
                <a:spcPts val="1200"/>
              </a:spcAft>
              <a:defRPr sz="2100"/>
            </a:pPr>
            <a:r>
              <a:t>El análisis permite identificar productos de mayor impacto y clasificar operaciones.</a:t>
            </a:r>
          </a:p>
          <a:p>
            <a:pPr>
              <a:spcAft>
                <a:spcPts val="1200"/>
              </a:spcAft>
              <a:defRPr sz="2100"/>
            </a:pPr>
            <a:r>
              <a:t>Organizar los datos facilita decisiones comerciales basadas en información.</a:t>
            </a:r>
          </a:p>
          <a:p>
            <a:pPr>
              <a:spcAft>
                <a:spcPts val="1200"/>
              </a:spcAft>
              <a:defRPr sz="2100"/>
            </a:pPr>
            <a:r>
              <a:t>La gestión digital mejora la organización, colaboración, control y recuperación de documentos.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