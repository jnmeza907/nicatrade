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NicaTrade International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EBF5FF"/>
                </a:solidFill>
              </a:defRPr>
            </a:pPr>
            <a:r>
              <a:t>Operación de importación México → Nicaragua</a:t>
            </a:r>
          </a:p>
          <a:p>
            <a:pPr>
              <a:spcAft>
                <a:spcPts val="1200"/>
              </a:spcAft>
              <a:defRPr sz="2000">
                <a:solidFill>
                  <a:srgbClr val="EBF5FF"/>
                </a:solidFill>
              </a:defRPr>
            </a:pPr>
            <a:r>
              <a:t>Gestión Digital de Información</a:t>
            </a:r>
          </a:p>
          <a:p>
            <a:pPr>
              <a:spcAft>
                <a:spcPts val="1200"/>
              </a:spcAft>
              <a:defRPr sz="2000">
                <a:solidFill>
                  <a:srgbClr val="EBF5FF"/>
                </a:solidFill>
              </a:defRPr>
            </a:pPr>
            <a:r>
              <a:t>Proyecto académico — Universidad Americana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ED2E1"/>
                </a:solidFill>
              </a:defRPr>
            </a:pPr>
            <a:r>
              <a:t>NicaTrade International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Empresa y operación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EBF5FF"/>
                </a:solidFill>
              </a:defRPr>
            </a:pPr>
            <a:r>
              <a:t>Empresa nicaragüense de comercio internacional</a:t>
            </a:r>
          </a:p>
          <a:p>
            <a:pPr>
              <a:spcAft>
                <a:spcPts val="1200"/>
              </a:spcAft>
              <a:defRPr sz="2000">
                <a:solidFill>
                  <a:srgbClr val="EBF5FF"/>
                </a:solidFill>
              </a:defRPr>
            </a:pPr>
            <a:r>
              <a:t>Operación analizada: importación desde México hacia Nicaragua</a:t>
            </a:r>
          </a:p>
          <a:p>
            <a:pPr>
              <a:spcAft>
                <a:spcPts val="1200"/>
              </a:spcAft>
              <a:defRPr sz="2000">
                <a:solidFill>
                  <a:srgbClr val="EBF5FF"/>
                </a:solidFill>
              </a:defRPr>
            </a:pPr>
            <a:r>
              <a:t>50 productos registrados</a:t>
            </a:r>
          </a:p>
          <a:p>
            <a:pPr>
              <a:spcAft>
                <a:spcPts val="1200"/>
              </a:spcAft>
              <a:defRPr sz="2000">
                <a:solidFill>
                  <a:srgbClr val="EBF5FF"/>
                </a:solidFill>
              </a:defRPr>
            </a:pPr>
            <a:r>
              <a:t>Información: cantidades, precios unitarios e importes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ED2E1"/>
                </a:solidFill>
              </a:defRPr>
            </a:pPr>
            <a:r>
              <a:t>NicaTrade International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Resultados principales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EBF5FF"/>
                </a:solidFill>
              </a:defRPr>
            </a:pPr>
            <a:r>
              <a:t>Importe total: US$40,359.00</a:t>
            </a:r>
          </a:p>
          <a:p>
            <a:pPr>
              <a:spcAft>
                <a:spcPts val="1200"/>
              </a:spcAft>
              <a:defRPr sz="2000">
                <a:solidFill>
                  <a:srgbClr val="EBF5FF"/>
                </a:solidFill>
              </a:defRPr>
            </a:pPr>
            <a:r>
              <a:t>Precio promedio: US$7.74</a:t>
            </a:r>
          </a:p>
          <a:p>
            <a:pPr>
              <a:spcAft>
                <a:spcPts val="1200"/>
              </a:spcAft>
              <a:defRPr sz="2000">
                <a:solidFill>
                  <a:srgbClr val="EBF5FF"/>
                </a:solidFill>
              </a:defRPr>
            </a:pPr>
            <a:r>
              <a:t>Productos de México: US$36,919.50</a:t>
            </a:r>
          </a:p>
          <a:p>
            <a:pPr>
              <a:spcAft>
                <a:spcPts val="1200"/>
              </a:spcAft>
              <a:defRPr sz="2000">
                <a:solidFill>
                  <a:srgbClr val="EBF5FF"/>
                </a:solidFill>
              </a:defRPr>
            </a:pPr>
            <a:r>
              <a:t>Mayor importe: Mochilas (MEX-043) — US$1,912.50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ED2E1"/>
                </a:solidFill>
              </a:defRPr>
            </a:pPr>
            <a:r>
              <a:t>NicaTrade International</a:t>
            </a:r>
          </a:p>
        </p:txBody>
      </p:sp>
      <p:sp>
        <p:nvSpPr>
          <p:cNvPr id="5" name="Oval 4"/>
          <p:cNvSpPr/>
          <p:nvPr/>
        </p:nvSpPr>
        <p:spPr>
          <a:xfrm>
            <a:off x="8961120" y="1828800"/>
            <a:ext cx="2011680" cy="201168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2331720"/>
            <a:ext cx="1005840" cy="1005840"/>
          </a:xfrm>
          <a:prstGeom prst="ellipse">
            <a:avLst/>
          </a:prstGeom>
          <a:solidFill>
            <a:srgbClr val="143A5C"/>
          </a:solidFill>
          <a:ln>
            <a:solidFill>
              <a:srgbClr val="14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402336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Visual de resultados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EBF5FF"/>
                </a:solidFill>
              </a:defRPr>
            </a:pPr>
            <a:r>
              <a:t>El análisis permite conocer el valor global y los productos de mayor importe.</a:t>
            </a:r>
          </a:p>
          <a:p>
            <a:pPr>
              <a:spcAft>
                <a:spcPts val="1200"/>
              </a:spcAft>
              <a:defRPr sz="2000">
                <a:solidFill>
                  <a:srgbClr val="EBF5FF"/>
                </a:solidFill>
              </a:defRPr>
            </a:pPr>
            <a:r>
              <a:t>La organización digital facilita localizar, compartir y recuperar documentos.</a:t>
            </a:r>
          </a:p>
          <a:p>
            <a:pPr>
              <a:spcAft>
                <a:spcPts val="1200"/>
              </a:spcAft>
              <a:defRPr sz="2000">
                <a:solidFill>
                  <a:srgbClr val="EBF5FF"/>
                </a:solidFill>
              </a:defRPr>
            </a:pPr>
            <a:r>
              <a:t>Excel procesa los datos; Word documenta; PowerPoint comunica; Google Drive organiza; GitHub almacena y registra cambios.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ED2E1"/>
                </a:solidFill>
              </a:defRPr>
            </a:pPr>
            <a:r>
              <a:t>NicaTrade International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